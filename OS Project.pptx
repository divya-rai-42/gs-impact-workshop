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7479-DF6E-454C-A1AE-7127303AB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044CE-D417-44D4-ABF9-4A4D47822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3FABD-1BAD-42AB-B67D-C7B52975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9719-2953-4454-9DBB-AA4065BA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713E-8EC9-4132-8E8E-44B34D42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95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3752-99EF-403E-8865-6F3B115B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71AAA-D39C-4E2D-848C-24B75BDD0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F89BD-E9EC-4902-B793-309AD2E3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4E79-FA07-45AD-AED9-987E8533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F9BB4-4135-4C9C-8627-D6C059F8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28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ECE7-ED83-4F2C-9D52-3CA54C49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D198E-B90D-4A64-9D4C-308ADC6EB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BBBB6-64C7-493D-82A2-BF8DC5D7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460DB-CE53-4B5F-B82C-D78CF054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86709-BA05-46BD-9D92-501A12C7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91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EBEB-3800-429A-9664-48AAB8E6D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EBE6D-50F0-4004-856B-6B764350C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83C7A-2711-4004-B0A0-60C71456D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9BC8E-0EA6-4E61-BB82-42A224B3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96DDE-1011-4E91-8257-68071FCA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88FC6-5E05-412C-B3EA-62B5FBB8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C98-37E1-4127-95D8-9C8EC9EF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ED467-2EFB-4770-ADFF-88C0AB95A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3E3F1-EB2E-4702-99D2-011F0E076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341EDB-73A7-4975-93FA-3FD855603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6E182-125D-4BF0-94F7-86EFAAE8E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4F60E-D963-404C-8E82-C6360798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F3743-9E8B-43C4-AC24-5501B1F3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80A2F-64E7-441E-AFEE-6AE7D583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91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067C4-AAEC-4AB2-9194-1DB77B89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F4071-E94A-4058-AD55-3533267F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E9D36-C966-4A4E-8D24-70D5D9F2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969B3-1F62-4668-96D4-6D928122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B257F-83A4-45FF-A0A7-3675BBD6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9559F-4C16-406B-BD93-A0ABC747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CECF3-C715-4997-9A89-17328F5B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7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1FF1-E35F-430D-BCCD-F1AEA5EC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B999-5B6C-4FDA-9207-7A5C64D78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CE9CC-EFF2-40F3-A05E-125349D52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0A451-4538-402F-B4AC-9827EE61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0418B-5B1E-40E1-951D-E1429F41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D3E52-183C-48DF-8452-FCB245E0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09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2F321-08FA-4F20-A4A7-1914BE10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73978-29BA-4243-A726-D1DCB7B70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96AA3-7166-4898-A88E-8DD1902F9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783FA-097D-4FAE-A389-288ADE27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74A85-9206-4CFC-9889-B8081FAB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E841C-BF28-48DE-8C6C-58EE49E4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78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359B-52A7-4AA2-8977-7A1A7B6B9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E198A-B677-4ECE-9EF8-8EA42E12F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A24E6-CADA-40E9-AF00-710D3202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062B3-D1F2-41E1-B43D-2F2C59789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67ACD-221E-425A-B3C5-5602590C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2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2746D-31F9-4D16-82BB-F7411950F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E402C-91CC-4767-B040-1FF9E703C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EA806-4E41-43D6-B119-E375171A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05987-B4DF-47D8-BCA3-361F4C3D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8FFDA-8CC2-42E4-9651-59E6AE13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134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D4A4E0-5EFE-4915-BC2B-350D728D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8A71D-1F59-4D0D-8006-D74A7FF3A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BB6F4-ED19-49AF-BA19-43AC7C7E5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1375E-1EDD-4421-BDCF-098AB4521919}" type="datetimeFigureOut">
              <a:rPr lang="en-IN" smtClean="0"/>
              <a:t>16-02-2021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FD830-0DF7-4086-B402-2CE4EB8AB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629CB-7B88-4B63-B5F9-A7DB05CD8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02BCB-A601-4040-BE41-3AE1CAE64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14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65DD-C51A-4B07-B5B9-DB4A151E0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311330"/>
            <a:ext cx="6363694" cy="706437"/>
          </a:xfrm>
        </p:spPr>
        <p:txBody>
          <a:bodyPr>
            <a:normAutofit fontScale="90000"/>
          </a:bodyPr>
          <a:lstStyle/>
          <a:p>
            <a:r>
              <a:rPr lang="en-IN" dirty="0"/>
              <a:t>Scenario 1: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142BF-91FF-4DEC-9E57-ECE07D519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" y="1017767"/>
            <a:ext cx="9144000" cy="1655762"/>
          </a:xfrm>
        </p:spPr>
        <p:txBody>
          <a:bodyPr/>
          <a:lstStyle/>
          <a:p>
            <a:r>
              <a:rPr lang="en-IN" dirty="0"/>
              <a:t>While playing a game on a mobile phone, if there is an incoming call , the game gets paused for the time you are on the call. After the call ends, the game is automatically resumed by the operating system.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A751F-B3DC-4744-9778-6062C9827249}"/>
              </a:ext>
            </a:extLst>
          </p:cNvPr>
          <p:cNvSpPr/>
          <p:nvPr/>
        </p:nvSpPr>
        <p:spPr>
          <a:xfrm>
            <a:off x="2584174" y="3429000"/>
            <a:ext cx="1606163" cy="1808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ED629-6C54-41A0-8831-25B3E52C3E3E}"/>
              </a:ext>
            </a:extLst>
          </p:cNvPr>
          <p:cNvSpPr/>
          <p:nvPr/>
        </p:nvSpPr>
        <p:spPr>
          <a:xfrm>
            <a:off x="4190337" y="3429000"/>
            <a:ext cx="2282025" cy="18089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6271D1-A018-48FD-BB76-8B5E14F07114}"/>
              </a:ext>
            </a:extLst>
          </p:cNvPr>
          <p:cNvSpPr/>
          <p:nvPr/>
        </p:nvSpPr>
        <p:spPr>
          <a:xfrm>
            <a:off x="6472362" y="3429000"/>
            <a:ext cx="2472855" cy="1808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6E60A9-82C7-49FB-8412-F170C8A938AD}"/>
              </a:ext>
            </a:extLst>
          </p:cNvPr>
          <p:cNvSpPr/>
          <p:nvPr/>
        </p:nvSpPr>
        <p:spPr>
          <a:xfrm>
            <a:off x="2584174" y="4516341"/>
            <a:ext cx="1606163" cy="18089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FB4F9-A76A-44F8-B62C-459DDB503776}"/>
              </a:ext>
            </a:extLst>
          </p:cNvPr>
          <p:cNvSpPr/>
          <p:nvPr/>
        </p:nvSpPr>
        <p:spPr>
          <a:xfrm>
            <a:off x="4190337" y="4516341"/>
            <a:ext cx="2282025" cy="1808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6AA378-3502-45CD-BD5D-6A6438A35D3E}"/>
              </a:ext>
            </a:extLst>
          </p:cNvPr>
          <p:cNvSpPr/>
          <p:nvPr/>
        </p:nvSpPr>
        <p:spPr>
          <a:xfrm>
            <a:off x="6472362" y="4516341"/>
            <a:ext cx="2472855" cy="18089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D1975CF4-4BA1-4C21-997E-1B5683855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774637"/>
              </p:ext>
            </p:extLst>
          </p:nvPr>
        </p:nvGraphicFramePr>
        <p:xfrm>
          <a:off x="322470" y="3379966"/>
          <a:ext cx="1395012" cy="381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12">
                  <a:extLst>
                    <a:ext uri="{9D8B030D-6E8A-4147-A177-3AD203B41FA5}">
                      <a16:colId xmlns:a16="http://schemas.microsoft.com/office/drawing/2014/main" val="547200060"/>
                    </a:ext>
                  </a:extLst>
                </a:gridCol>
              </a:tblGrid>
              <a:tr h="381001">
                <a:tc>
                  <a:txBody>
                    <a:bodyPr/>
                    <a:lstStyle/>
                    <a:p>
                      <a:r>
                        <a:rPr lang="en-IN" dirty="0"/>
                        <a:t>Process 1: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839033"/>
                  </a:ext>
                </a:extLst>
              </a:tr>
            </a:tbl>
          </a:graphicData>
        </a:graphic>
      </p:graphicFrame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B86A0FBB-1DF5-4538-BA34-7B1A5BC2E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52058"/>
              </p:ext>
            </p:extLst>
          </p:nvPr>
        </p:nvGraphicFramePr>
        <p:xfrm>
          <a:off x="322470" y="4467404"/>
          <a:ext cx="13950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12">
                  <a:extLst>
                    <a:ext uri="{9D8B030D-6E8A-4147-A177-3AD203B41FA5}">
                      <a16:colId xmlns:a16="http://schemas.microsoft.com/office/drawing/2014/main" val="3719932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Process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177219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3AECBA-F7DA-4419-BD7D-233C9888FDE1}"/>
              </a:ext>
            </a:extLst>
          </p:cNvPr>
          <p:cNvCxnSpPr/>
          <p:nvPr/>
        </p:nvCxnSpPr>
        <p:spPr>
          <a:xfrm>
            <a:off x="4190337" y="3379966"/>
            <a:ext cx="0" cy="166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3C5D50-D13F-4CCE-927B-8DED6286B295}"/>
              </a:ext>
            </a:extLst>
          </p:cNvPr>
          <p:cNvCxnSpPr/>
          <p:nvPr/>
        </p:nvCxnSpPr>
        <p:spPr>
          <a:xfrm>
            <a:off x="6472362" y="3379966"/>
            <a:ext cx="0" cy="166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C9E885-712B-4AB7-8704-6B9C0C6C2F7E}"/>
              </a:ext>
            </a:extLst>
          </p:cNvPr>
          <p:cNvCxnSpPr>
            <a:cxnSpLocks/>
          </p:cNvCxnSpPr>
          <p:nvPr/>
        </p:nvCxnSpPr>
        <p:spPr>
          <a:xfrm>
            <a:off x="2584174" y="3323645"/>
            <a:ext cx="0" cy="1773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9ABD44-3DF8-48DD-B210-6098F41103CF}"/>
              </a:ext>
            </a:extLst>
          </p:cNvPr>
          <p:cNvCxnSpPr>
            <a:cxnSpLocks/>
          </p:cNvCxnSpPr>
          <p:nvPr/>
        </p:nvCxnSpPr>
        <p:spPr>
          <a:xfrm>
            <a:off x="8945217" y="3379966"/>
            <a:ext cx="0" cy="166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ABE37A0-0D02-412E-A650-7EF81E5DCC1A}"/>
              </a:ext>
            </a:extLst>
          </p:cNvPr>
          <p:cNvSpPr txBox="1"/>
          <p:nvPr/>
        </p:nvSpPr>
        <p:spPr>
          <a:xfrm>
            <a:off x="2381418" y="5180678"/>
            <a:ext cx="405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EA2543-C248-4508-A96C-A6F3FF4B7E10}"/>
              </a:ext>
            </a:extLst>
          </p:cNvPr>
          <p:cNvSpPr txBox="1"/>
          <p:nvPr/>
        </p:nvSpPr>
        <p:spPr>
          <a:xfrm>
            <a:off x="3987592" y="5208104"/>
            <a:ext cx="40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1AC6CC-8B3C-4D31-ACC3-DE5EC371FD19}"/>
              </a:ext>
            </a:extLst>
          </p:cNvPr>
          <p:cNvSpPr txBox="1"/>
          <p:nvPr/>
        </p:nvSpPr>
        <p:spPr>
          <a:xfrm>
            <a:off x="6269619" y="5180678"/>
            <a:ext cx="405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B9E48C-CFB1-4143-BEFF-B272E1A4044A}"/>
              </a:ext>
            </a:extLst>
          </p:cNvPr>
          <p:cNvSpPr txBox="1"/>
          <p:nvPr/>
        </p:nvSpPr>
        <p:spPr>
          <a:xfrm>
            <a:off x="8746434" y="5208104"/>
            <a:ext cx="644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9BE1B7-93A2-4B77-8394-21C2597536CB}"/>
              </a:ext>
            </a:extLst>
          </p:cNvPr>
          <p:cNvSpPr txBox="1"/>
          <p:nvPr/>
        </p:nvSpPr>
        <p:spPr>
          <a:xfrm>
            <a:off x="9141354" y="2042116"/>
            <a:ext cx="25921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Green signifies process is running.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Yellow signifies process is paused.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 signifies process has ended.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Process 1: Playing a game on mobile 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Process 2: Receiving a call.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849520-02A1-44ED-8FEA-A1B727A024E1}"/>
              </a:ext>
            </a:extLst>
          </p:cNvPr>
          <p:cNvSpPr txBox="1"/>
          <p:nvPr/>
        </p:nvSpPr>
        <p:spPr>
          <a:xfrm>
            <a:off x="322470" y="5868063"/>
            <a:ext cx="10713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From time t1 to t2 user plays a game on android phone.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At time t2 , user receives a call due to which process 1 is paused and process 2 starts running.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At time t3 , user ends the call and thus process 2 ends and process 1 is resumed.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4BC4254-31D9-4D22-B29F-7DAED30D0A15}"/>
              </a:ext>
            </a:extLst>
          </p:cNvPr>
          <p:cNvSpPr/>
          <p:nvPr/>
        </p:nvSpPr>
        <p:spPr>
          <a:xfrm>
            <a:off x="1924216" y="3490623"/>
            <a:ext cx="246490" cy="1192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5C8272D4-D68B-4CBB-8DCA-40FD0C4A5B94}"/>
              </a:ext>
            </a:extLst>
          </p:cNvPr>
          <p:cNvSpPr/>
          <p:nvPr/>
        </p:nvSpPr>
        <p:spPr>
          <a:xfrm>
            <a:off x="1924216" y="4572000"/>
            <a:ext cx="246490" cy="1192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61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Scenario 1: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1:</dc:title>
  <dc:creator>91979</dc:creator>
  <cp:lastModifiedBy>91979</cp:lastModifiedBy>
  <cp:revision>4</cp:revision>
  <dcterms:created xsi:type="dcterms:W3CDTF">2021-02-16T09:29:41Z</dcterms:created>
  <dcterms:modified xsi:type="dcterms:W3CDTF">2021-02-16T09:57:24Z</dcterms:modified>
</cp:coreProperties>
</file>